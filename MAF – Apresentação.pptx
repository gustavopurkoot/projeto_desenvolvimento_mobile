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tema: um app de saúde em Jetpack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ideia do app antes de entrar nas 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Trabalho 1 as telas eram desenhos. Agora tudo funciona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Home, Notícias e Unidades vêm do Trabalho 1. As outras quatro são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do vídeo de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detalhes recebem só o id pela rota e buscam o item no ViewModel.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padrão para unidades e consultas.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na demonstração: adicionar e remover nas duas listas.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complexidade extra pedida no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pela checklist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Ajustar as dificuldades ao que realmente aconteceu com 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0566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7FD6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Trabalho 2 · Desenvolvimento Mobile</a:t>
            </a:r>
            <a:endParaRPr lang="en-US" sz="1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2890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8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MAF: app de saúde com unidades e consultas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43230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8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Gustavo Purkoot Ferreira · Lucas Kirsten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o app faz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5"/>
            <a:ext cx="5180330" cy="2447290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1930400"/>
            <a:ext cx="470392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Tema: Unimed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78814" y="2392680"/>
            <a:ext cx="4640174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Consultar unidades de atendimento (hospitais e clínicas)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Agendar consultas nessas unidades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Acompanhar o que já foi realizado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02680" y="1620520"/>
            <a:ext cx="5176520" cy="2453640"/>
          </a:xfrm>
          <a:prstGeom prst="roundRect">
            <a:avLst>
              <a:gd name="adj" fmla="val 4141"/>
            </a:avLst>
          </a:prstGeom>
          <a:solidFill>
            <a:srgbClr val="006B2D"/>
          </a:solidFill>
          <a:ln/>
        </p:spPr>
      </p:sp>
      <p:sp>
        <p:nvSpPr>
          <p:cNvPr id="7" name="Text 5"/>
          <p:cNvSpPr/>
          <p:nvPr/>
        </p:nvSpPr>
        <p:spPr>
          <a:xfrm>
            <a:off x="6507480" y="1925320"/>
            <a:ext cx="470392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Tecnologia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63614" y="2387600"/>
            <a:ext cx="4640174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Kotlin e Jetpack Compose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Navigation Compose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ViewModel com listas reativas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43789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github.com/gustavopurkoot/trabalho2-maf-mobile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Trabalho 1 ao MAF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5"/>
            <a:ext cx="5180330" cy="2447290"/>
          </a:xfrm>
          <a:prstGeom prst="roundRect">
            <a:avLst>
              <a:gd name="adj" fmla="val 4022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1930400"/>
            <a:ext cx="470392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Trabalho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78814" y="2392680"/>
            <a:ext cx="4640174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telas só visuais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Botões de mentirinha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Dados fixos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navegação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02680" y="1620520"/>
            <a:ext cx="5176520" cy="2453640"/>
          </a:xfrm>
          <a:prstGeom prst="roundRect">
            <a:avLst>
              <a:gd name="adj" fmla="val 4141"/>
            </a:avLst>
          </a:prstGeom>
          <a:solidFill>
            <a:srgbClr val="006B2D"/>
          </a:solidFill>
          <a:ln/>
        </p:spPr>
      </p:sp>
      <p:sp>
        <p:nvSpPr>
          <p:cNvPr id="7" name="Text 5"/>
          <p:cNvSpPr/>
          <p:nvPr/>
        </p:nvSpPr>
        <p:spPr>
          <a:xfrm>
            <a:off x="6507480" y="1925320"/>
            <a:ext cx="470392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63614" y="2387600"/>
            <a:ext cx="4640174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telas navegáveis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Barra inferior e botão de voltar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listas dinâmicas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Detalhes com o item certo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 7 telas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0"/>
            <a:ext cx="10566400" cy="378968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30680"/>
          <a:ext cx="10556240" cy="3779520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Tela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 que faz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Home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Atalhos, token e próxima consulta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Notícias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Notícias de saúde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Unidades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Lista: adicionar, remover, ordenar e ligar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Detalhe da Unidade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Dados e total de consultas (calculado)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Consultas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Lista: marcar como realizada e remover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Detalhe da Consulta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Consulta junto com os dados da unidade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Nova Consulta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1C1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Formulário de agendamento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app funcionando</a:t>
            </a:r>
            <a:endParaRPr lang="en-US" sz="3600" dirty="0"/>
          </a:p>
        </p:txBody>
      </p:sp>
      <p:pic>
        <p:nvPicPr>
          <p:cNvPr id="3" name="Image 0" descr="Tela Home">    </p:cNvPr>
          <p:cNvPicPr>
            <a:picLocks noChangeAspect="1"/>
          </p:cNvPicPr>
          <p:nvPr/>
        </p:nvPicPr>
        <p:blipFill>
          <a:blip r:embed="rId1"/>
          <a:srcRect l="0" r="0" t="38" b="38"/>
          <a:stretch/>
        </p:blipFill>
        <p:spPr>
          <a:xfrm>
            <a:off x="812800" y="1518921"/>
            <a:ext cx="1778000" cy="3917950"/>
          </a:xfrm>
          <a:prstGeom prst="roundRect">
            <a:avLst>
              <a:gd name="adj" fmla="val 5714"/>
            </a:avLst>
          </a:prstGeom>
        </p:spPr>
      </p:pic>
      <p:sp>
        <p:nvSpPr>
          <p:cNvPr id="4" name="Text 1"/>
          <p:cNvSpPr/>
          <p:nvPr/>
        </p:nvSpPr>
        <p:spPr>
          <a:xfrm>
            <a:off x="812800" y="5513071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</a:t>
            </a:r>
            <a:endParaRPr lang="en-US" sz="1300" dirty="0"/>
          </a:p>
        </p:txBody>
      </p:sp>
      <p:pic>
        <p:nvPicPr>
          <p:cNvPr id="5" name="Image 1" descr="Lista de unidades">    </p:cNvPr>
          <p:cNvPicPr>
            <a:picLocks noChangeAspect="1"/>
          </p:cNvPicPr>
          <p:nvPr/>
        </p:nvPicPr>
        <p:blipFill>
          <a:blip r:embed="rId2"/>
          <a:srcRect l="0" r="0" t="38" b="38"/>
          <a:stretch/>
        </p:blipFill>
        <p:spPr>
          <a:xfrm>
            <a:off x="3009900" y="1518921"/>
            <a:ext cx="1778000" cy="3917950"/>
          </a:xfrm>
          <a:prstGeom prst="roundRect">
            <a:avLst>
              <a:gd name="adj" fmla="val 5714"/>
            </a:avLst>
          </a:prstGeom>
        </p:spPr>
      </p:pic>
      <p:sp>
        <p:nvSpPr>
          <p:cNvPr id="6" name="Text 2"/>
          <p:cNvSpPr/>
          <p:nvPr/>
        </p:nvSpPr>
        <p:spPr>
          <a:xfrm>
            <a:off x="3009900" y="5513071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Unidades</a:t>
            </a:r>
            <a:endParaRPr lang="en-US" sz="1300" dirty="0"/>
          </a:p>
        </p:txBody>
      </p:sp>
      <p:pic>
        <p:nvPicPr>
          <p:cNvPr id="7" name="Image 2" descr="Detalhe da unidade">    </p:cNvPr>
          <p:cNvPicPr>
            <a:picLocks noChangeAspect="1"/>
          </p:cNvPicPr>
          <p:nvPr/>
        </p:nvPicPr>
        <p:blipFill>
          <a:blip r:embed="rId3"/>
          <a:srcRect l="0" r="0" t="38" b="38"/>
          <a:stretch/>
        </p:blipFill>
        <p:spPr>
          <a:xfrm>
            <a:off x="5207000" y="1518921"/>
            <a:ext cx="1778000" cy="3917950"/>
          </a:xfrm>
          <a:prstGeom prst="roundRect">
            <a:avLst>
              <a:gd name="adj" fmla="val 5714"/>
            </a:avLst>
          </a:prstGeom>
        </p:spPr>
      </p:pic>
      <p:sp>
        <p:nvSpPr>
          <p:cNvPr id="8" name="Text 3"/>
          <p:cNvSpPr/>
          <p:nvPr/>
        </p:nvSpPr>
        <p:spPr>
          <a:xfrm>
            <a:off x="5207000" y="5513071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Detalhe da unidade</a:t>
            </a:r>
            <a:endParaRPr lang="en-US" sz="1300" dirty="0"/>
          </a:p>
        </p:txBody>
      </p:sp>
      <p:pic>
        <p:nvPicPr>
          <p:cNvPr id="9" name="Image 3" descr="Lista de consultas">    </p:cNvPr>
          <p:cNvPicPr>
            <a:picLocks noChangeAspect="1"/>
          </p:cNvPicPr>
          <p:nvPr/>
        </p:nvPicPr>
        <p:blipFill>
          <a:blip r:embed="rId4"/>
          <a:srcRect l="0" r="0" t="38" b="38"/>
          <a:stretch/>
        </p:blipFill>
        <p:spPr>
          <a:xfrm>
            <a:off x="7404100" y="1518921"/>
            <a:ext cx="1778000" cy="3917950"/>
          </a:xfrm>
          <a:prstGeom prst="roundRect">
            <a:avLst>
              <a:gd name="adj" fmla="val 5714"/>
            </a:avLst>
          </a:prstGeom>
        </p:spPr>
      </p:pic>
      <p:sp>
        <p:nvSpPr>
          <p:cNvPr id="10" name="Text 4"/>
          <p:cNvSpPr/>
          <p:nvPr/>
        </p:nvSpPr>
        <p:spPr>
          <a:xfrm>
            <a:off x="7404100" y="5513071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Consultas</a:t>
            </a:r>
            <a:endParaRPr lang="en-US" sz="1300" dirty="0"/>
          </a:p>
        </p:txBody>
      </p:sp>
      <p:pic>
        <p:nvPicPr>
          <p:cNvPr id="11" name="Image 4" descr="Detalhe da consulta">    </p:cNvPr>
          <p:cNvPicPr>
            <a:picLocks noChangeAspect="1"/>
          </p:cNvPicPr>
          <p:nvPr/>
        </p:nvPicPr>
        <p:blipFill>
          <a:blip r:embed="rId5"/>
          <a:srcRect l="0" r="0" t="38" b="38"/>
          <a:stretch/>
        </p:blipFill>
        <p:spPr>
          <a:xfrm>
            <a:off x="9601200" y="1518921"/>
            <a:ext cx="1778000" cy="3917950"/>
          </a:xfrm>
          <a:prstGeom prst="roundRect">
            <a:avLst>
              <a:gd name="adj" fmla="val 5714"/>
            </a:avLst>
          </a:prstGeom>
        </p:spPr>
      </p:pic>
      <p:sp>
        <p:nvSpPr>
          <p:cNvPr id="12" name="Text 5"/>
          <p:cNvSpPr/>
          <p:nvPr/>
        </p:nvSpPr>
        <p:spPr>
          <a:xfrm>
            <a:off x="9601200" y="5513071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Detalhe da consulta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Organização do código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1367790"/>
          </a:xfrm>
          <a:prstGeom prst="roundRect">
            <a:avLst>
              <a:gd name="adj" fmla="val 7196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796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Rotas.kt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255521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Objeto com as rotas em const val e funções para rotas com id.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1367790"/>
          </a:xfrm>
          <a:prstGeom prst="roundRect">
            <a:avLst>
              <a:gd name="adj" fmla="val 7196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79600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AppNavigation.kt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6680" y="2255521"/>
            <a:ext cx="480334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NavHost central que controla as 7 telas.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975" y="3201036"/>
            <a:ext cx="5175250" cy="1367790"/>
          </a:xfrm>
          <a:prstGeom prst="roundRect">
            <a:avLst>
              <a:gd name="adj" fmla="val 7196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880" y="3456939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Barra inferior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1880" y="3832861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abas. Nos detalhes ela some e entra a TopAppBar com voltar.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0775" y="3201036"/>
            <a:ext cx="5175250" cy="1367790"/>
          </a:xfrm>
          <a:prstGeom prst="roundRect">
            <a:avLst>
              <a:gd name="adj" fmla="val 7196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6680" y="3456939"/>
            <a:ext cx="480334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AppViewModel.kt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6680" y="3832861"/>
            <a:ext cx="480334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 duas mutableStateListOf ficam aqui, compartilhadas por todas as telas.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Como o item certo chega ao detalhe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752284"/>
            <a:ext cx="3041650" cy="1144905"/>
          </a:xfrm>
          <a:prstGeom prst="roundRect">
            <a:avLst>
              <a:gd name="adj" fmla="val 8597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2008187"/>
            <a:ext cx="260573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Lista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384109"/>
            <a:ext cx="260573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usuário clica em um item.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13200" y="2040257"/>
            <a:ext cx="48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5175" y="1640839"/>
            <a:ext cx="3041650" cy="1367790"/>
          </a:xfrm>
          <a:prstGeom prst="roundRect">
            <a:avLst>
              <a:gd name="adj" fmla="val 7196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31080" y="1896746"/>
            <a:ext cx="260573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Navegação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31080" y="2272664"/>
            <a:ext cx="260573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navigate("detalhe_unidade/3")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2040257"/>
            <a:ext cx="48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8334375" y="1623696"/>
            <a:ext cx="3041650" cy="1402080"/>
          </a:xfrm>
          <a:prstGeom prst="roundRect">
            <a:avLst>
              <a:gd name="adj" fmla="val 7020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0280" y="1879600"/>
            <a:ext cx="260573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Detalhe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0280" y="2255521"/>
            <a:ext cx="26057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Lê o id da rota e busca o item no ViewModel.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333375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rota leva só o id. Os dados ficam no ViewModel, então o item certo sempre aparece.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Duas listas, duas data classes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2670810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1930400"/>
            <a:ext cx="46986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Unidade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22680" y="2392682"/>
            <a:ext cx="469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nome, endereço, distância, telefone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99388" y="2768600"/>
            <a:ext cx="4614367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Adicionar pelo formulário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Remover pela lixeira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Ordenar por distância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Ligar para a unidade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0775" y="1623696"/>
            <a:ext cx="5175250" cy="2670810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480" y="1930400"/>
            <a:ext cx="46986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07480" y="2392682"/>
            <a:ext cx="469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unidade, especialidade, data, observações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4188" y="2768600"/>
            <a:ext cx="4614367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Agendar pelo formulário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Marcar com Checkbox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Remover pela lixeira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Guarda a unidade onde acontece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460247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LazyColumn + Card · clicar no item abre o detalhe dele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8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Detalhes que vão além de repetir campos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21"/>
            <a:ext cx="5181600" cy="1978660"/>
          </a:xfrm>
          <a:prstGeom prst="roundRect">
            <a:avLst>
              <a:gd name="adj" fmla="val 5135"/>
            </a:avLst>
          </a:prstGeom>
          <a:solidFill>
            <a:srgbClr val="1B4A2F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1925321"/>
            <a:ext cx="47091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7FD6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Detalhe da Unidade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7600" y="2387600"/>
            <a:ext cx="4709160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8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Mostra o total de consultas e as pendentes, calculados a partir da outra lista. Cada consulta abre o detalhe dela.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97600" y="1620521"/>
            <a:ext cx="5181600" cy="1978660"/>
          </a:xfrm>
          <a:prstGeom prst="roundRect">
            <a:avLst>
              <a:gd name="adj" fmla="val 5135"/>
            </a:avLst>
          </a:prstGeom>
          <a:solidFill>
            <a:srgbClr val="1B4A2F"/>
          </a:solidFill>
          <a:ln/>
        </p:spPr>
      </p:sp>
      <p:sp>
        <p:nvSpPr>
          <p:cNvPr id="7" name="Text 5"/>
          <p:cNvSpPr/>
          <p:nvPr/>
        </p:nvSpPr>
        <p:spPr>
          <a:xfrm>
            <a:off x="6502400" y="1925321"/>
            <a:ext cx="47091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7FD6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Detalhe da Consulta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02400" y="2387600"/>
            <a:ext cx="4709160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8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Combina as duas listas: mostra também os dados da unidade, com botão para ver a unidade.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Requisitos do trabalho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75250" cy="2569210"/>
          </a:xfrm>
          <a:prstGeom prst="roundRect">
            <a:avLst>
              <a:gd name="adj" fmla="val 3831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1930400"/>
            <a:ext cx="469869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Navegação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99388" y="2362200"/>
            <a:ext cx="4614367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7 telas navegáveis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NavHost central e objeto Rotas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BottomNavigation funcionando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TopAppBar com voltar (popBackStack)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Repositório novo, README e documentação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96"/>
            <a:ext cx="5175250" cy="2569210"/>
          </a:xfrm>
          <a:prstGeom prst="roundRect">
            <a:avLst>
              <a:gd name="adj" fmla="val 3831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7480" y="1930400"/>
            <a:ext cx="469869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Listas e detalhes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4188" y="2362200"/>
            <a:ext cx="4614367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2 data classes (Unidade e Consulta)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2 listas com LazyColumn + Card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Adicionar e remover ou marcar nas duas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2 detalhes com o item certo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Complexidade extra nos detalhes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Dificuldades e 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96"/>
            <a:ext cx="5180330" cy="204724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6350">
            <a:solidFill>
              <a:srgbClr val="D5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2680" y="1930400"/>
            <a:ext cx="470392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06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Dificuldades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92276" y="2392679"/>
            <a:ext cx="4626712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Ícones e dependências do Gradle</a:t>
            </a:r>
            <a:endParaRPr lang="en-US" sz="1700" dirty="0"/>
          </a:p>
          <a:p>
            <a:pPr algn="l" marL="184404" indent="-18440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C1C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Mapa: usamos um botão que abre o app de mapas do celular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02680" y="1620521"/>
            <a:ext cx="5176520" cy="2053590"/>
          </a:xfrm>
          <a:prstGeom prst="roundRect">
            <a:avLst>
              <a:gd name="adj" fmla="val 4947"/>
            </a:avLst>
          </a:prstGeom>
          <a:solidFill>
            <a:srgbClr val="006B2D"/>
          </a:solidFill>
          <a:ln/>
        </p:spPr>
      </p:sp>
      <p:sp>
        <p:nvSpPr>
          <p:cNvPr id="7" name="Text 5"/>
          <p:cNvSpPr/>
          <p:nvPr/>
        </p:nvSpPr>
        <p:spPr>
          <a:xfrm>
            <a:off x="6507480" y="1925321"/>
            <a:ext cx="470392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Próximo passo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07480" y="2387600"/>
            <a:ext cx="4703928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Hoje os dados ficam só na memória. Guardar de forma que sobreviva ao fechar o app fica para o próximo trabalho.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523492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8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3526792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7FD6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github.com/gustavopurkoot/trabalho2-maf-mobile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405002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8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Gustavo Purkoot Ferreira · Lucas Kirsten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F – App de Saúde (Apresentação)">
  <a:themeElements>
    <a:clrScheme name="MAF – App de Saúde (Apresentação)">
      <a:dk1>
        <a:srgbClr val="1C1C1C"/>
      </a:dk1>
      <a:lt1>
        <a:srgbClr val="F6F8F5"/>
      </a:lt1>
      <a:dk2>
        <a:srgbClr val="535352"/>
      </a:dk2>
      <a:lt2>
        <a:srgbClr val="E0E2DF"/>
      </a:lt2>
      <a:accent1>
        <a:srgbClr val="006B2D"/>
      </a:accent1>
      <a:accent2>
        <a:srgbClr val="7FD6A0"/>
      </a:accent2>
      <a:accent3>
        <a:srgbClr val="1B4A2F"/>
      </a:accent3>
      <a:accent4>
        <a:srgbClr val="555555"/>
      </a:accent4>
      <a:accent5>
        <a:srgbClr val="9AA0A6"/>
      </a:accent5>
      <a:accent6>
        <a:srgbClr val="737473"/>
      </a:accent6>
      <a:hlink>
        <a:srgbClr val="0563C1"/>
      </a:hlink>
      <a:folHlink>
        <a:srgbClr val="954F72"/>
      </a:folHlink>
    </a:clrScheme>
    <a:fontScheme name="MAF – App de Saúde (Apresentação)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 – App de Saúde (Apresentação)</dc:title>
  <dc:subject/>
  <dc:creator/>
  <cp:lastModifiedBy/>
  <cp:revision>1</cp:revision>
  <dcterms:created xsi:type="dcterms:W3CDTF">2026-10-20T10:32:13Z</dcterms:created>
  <dcterms:modified xsi:type="dcterms:W3CDTF">2026-10-20T10:32:13Z</dcterms:modified>
</cp:coreProperties>
</file>